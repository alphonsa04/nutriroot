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NutriRoot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Farming Insights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NutriRoot is a comprehensive web application designed to empower farmers with data-driven insights.</a:t>
            </a:r>
          </a:p>
          <a:p>
            <a:r>
              <a:t>It addresses the challenge of optimizing crop yield by monitoring soil health and providing expert cultivation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Soil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tracking of essential soil parameters:</a:t>
            </a:r>
          </a:p>
          <a:p>
            <a:r>
              <a:t>- NPK Levels (Nitrogen, Phosphorus, Potassium)</a:t>
            </a:r>
          </a:p>
          <a:p>
            <a:r>
              <a:t>- Soil pH and Moisture content</a:t>
            </a:r>
          </a:p>
          <a:p>
            <a:r>
              <a:t>- Ambient and Soil Temperature</a:t>
            </a:r>
          </a:p>
          <a:p>
            <a:r>
              <a:t>- Automated alerts for critical conditions (e.g., Acidic Soil)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 Knowledge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 guidance for optimized farming:</a:t>
            </a:r>
          </a:p>
          <a:p>
            <a:r>
              <a:t>- Detailed tips for various crop species</a:t>
            </a:r>
          </a:p>
          <a:p>
            <a:r>
              <a:t>- Optimal growth requirements (pH, nutrients, moisture)</a:t>
            </a:r>
          </a:p>
          <a:p>
            <a:r>
              <a:t>- Market value insights (Demand: High/Medium/Low)</a:t>
            </a:r>
          </a:p>
          <a:p>
            <a:r>
              <a:t>- Personalized crop recommendations based on soil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Agri-Marketplace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 between farmers and quality supplies:</a:t>
            </a:r>
          </a:p>
          <a:p>
            <a:r>
              <a:t>- Farmers can browse and purchase fertilizers and tools</a:t>
            </a:r>
          </a:p>
          <a:p>
            <a:r>
              <a:t>- Sellers can list products and manage inventory</a:t>
            </a:r>
          </a:p>
          <a:p>
            <a:r>
              <a:t>- Secure order processing and tracking</a:t>
            </a:r>
          </a:p>
          <a:p>
            <a:r>
              <a:t>- Admin approval system for product quality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Tailored experiences for all stakeholders:</a:t>
            </a:r>
          </a:p>
          <a:p>
            <a:r>
              <a:t>- Farmer Dashboard: Soil insights and marketplace access</a:t>
            </a:r>
          </a:p>
          <a:p>
            <a:r>
              <a:t>- Seller Dashboard: Product management and order fulfilling</a:t>
            </a:r>
          </a:p>
          <a:p>
            <a:r>
              <a:t>- Admin Panel: System analytics, user management, and approvals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modern and robust technologies:</a:t>
            </a:r>
          </a:p>
          <a:p>
            <a:r>
              <a:t>- Frontend: HTML5, CSS3, Vanilla JavaScript</a:t>
            </a:r>
          </a:p>
          <a:p>
            <a:r>
              <a:t>- Backend &amp; Database: Firebase (Auth, Firestore)</a:t>
            </a:r>
          </a:p>
          <a:p>
            <a:r>
              <a:t>- IoT Integration: Python, MQTT Protocol</a:t>
            </a:r>
          </a:p>
          <a:p>
            <a:r>
              <a:t>- Analytics: Python (Pandas, NumPy)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IoT Sensors capture real-time soil data.</a:t>
            </a:r>
          </a:p>
          <a:p>
            <a:r>
              <a:t>2. MQTT Bridge transmits data to the cloud.</a:t>
            </a:r>
          </a:p>
          <a:p>
            <a:r>
              <a:t>3. Firebase stores and secures user and sensor data.</a:t>
            </a:r>
          </a:p>
          <a:p>
            <a:r>
              <a:t>4. Web Application visualizes insights for farmers and admins.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Reduces resource waste through precision farming</a:t>
            </a:r>
          </a:p>
          <a:p>
            <a:r>
              <a:t>- Enhances food security by improving crop yields</a:t>
            </a:r>
          </a:p>
          <a:p>
            <a:r>
              <a:t>- Simplifies the supply chain for agricultural products</a:t>
            </a:r>
          </a:p>
          <a:p>
            <a:r>
              <a:t>- Digitizes traditional farming knowledge for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NutriRoot is the future of smart agriculture.</a:t>
            </a:r>
          </a:p>
          <a:p>
            <a:r>
              <a:t>Future Scope:</a:t>
            </a:r>
          </a:p>
          <a:p>
            <a:r>
              <a:t>- AI-powered pest and disease detection</a:t>
            </a:r>
          </a:p>
          <a:p>
            <a:r>
              <a:t>- Integration with satellite imagery for large-scale analysis</a:t>
            </a:r>
          </a:p>
          <a:p>
            <a:r>
              <a:t>- Expanded marketplace with logistics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